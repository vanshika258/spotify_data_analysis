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2363fb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2363fb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2363fb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2363fb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2363fb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2363fb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e2363fb4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e2363fb4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e2363fb4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e2363fb4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2363fb4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2363fb4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2363fb4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e2363fb4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2363fb4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2363fb4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Spotify Data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Vanshika Garg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Analyze Spotify tracks to uncover trends and listening preferences.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Visualize patterns in audio features and popularity.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actionable insights for artists/curators and future 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Rows: 170635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Columns: 19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Source: Cap 4 Spotify Data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Checked for </a:t>
            </a:r>
            <a:r>
              <a:rPr lang="en"/>
              <a:t> missing values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Checked for duplicates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Converted year column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Univariate insights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00" y="1034575"/>
            <a:ext cx="7902000" cy="153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11" y="2822076"/>
            <a:ext cx="8167588" cy="15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Popularity distribution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400" y="1017725"/>
            <a:ext cx="4567375" cy="36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Relationships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563" y="1183400"/>
            <a:ext cx="4902876" cy="38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Pop music/hip-hop usually dominate top genres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High-energy and danceable songs often perform better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Popularity fluctuates across years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 reveals basic listening trends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playlist design &amp; user understanding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